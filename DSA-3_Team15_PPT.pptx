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71" r:id="rId8"/>
    <p:sldId id="259" r:id="rId9"/>
    <p:sldId id="269" r:id="rId10"/>
    <p:sldId id="267" r:id="rId11"/>
    <p:sldId id="270" r:id="rId12"/>
    <p:sldId id="266" r:id="rId13"/>
    <p:sldId id="260" r:id="rId14"/>
    <p:sldId id="262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A06975-AEDF-40F7-BFB8-666A10AE1C46}" v="10" dt="2026-10-12T04:56:52.5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tha Uppalapati" userId="3be0d4f9365dd0af" providerId="LiveId" clId="{AB149606-2BA2-462E-BC59-3F219E4A6B46}"/>
    <pc:docChg chg="undo custSel addSld delSld modSld">
      <pc:chgData name="Varshitha Uppalapati" userId="3be0d4f9365dd0af" providerId="LiveId" clId="{AB149606-2BA2-462E-BC59-3F219E4A6B46}" dt="2026-10-12T05:01:29.294" v="232" actId="2711"/>
      <pc:docMkLst>
        <pc:docMk/>
      </pc:docMkLst>
      <pc:sldChg chg="modSp mod">
        <pc:chgData name="Varshitha Uppalapati" userId="3be0d4f9365dd0af" providerId="LiveId" clId="{AB149606-2BA2-462E-BC59-3F219E4A6B46}" dt="2026-10-12T04:11:05.106" v="75" actId="20577"/>
        <pc:sldMkLst>
          <pc:docMk/>
          <pc:sldMk cId="0" sldId="256"/>
        </pc:sldMkLst>
        <pc:spChg chg="mod">
          <ac:chgData name="Varshitha Uppalapati" userId="3be0d4f9365dd0af" providerId="LiveId" clId="{AB149606-2BA2-462E-BC59-3F219E4A6B46}" dt="2026-10-12T04:11:05.106" v="75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arshitha Uppalapati" userId="3be0d4f9365dd0af" providerId="LiveId" clId="{AB149606-2BA2-462E-BC59-3F219E4A6B46}" dt="2026-10-12T04:59:34.486" v="213" actId="404"/>
        <pc:sldMkLst>
          <pc:docMk/>
          <pc:sldMk cId="0" sldId="257"/>
        </pc:sldMkLst>
        <pc:spChg chg="mod">
          <ac:chgData name="Varshitha Uppalapati" userId="3be0d4f9365dd0af" providerId="LiveId" clId="{AB149606-2BA2-462E-BC59-3F219E4A6B46}" dt="2026-10-12T04:59:34.486" v="213" actId="404"/>
          <ac:spMkLst>
            <pc:docMk/>
            <pc:sldMk cId="0" sldId="257"/>
            <ac:spMk id="7" creationId="{1C70C049-38C4-198F-3181-AACE07DE24AE}"/>
          </ac:spMkLst>
        </pc:spChg>
      </pc:sldChg>
      <pc:sldChg chg="modSp mod">
        <pc:chgData name="Varshitha Uppalapati" userId="3be0d4f9365dd0af" providerId="LiveId" clId="{AB149606-2BA2-462E-BC59-3F219E4A6B46}" dt="2026-10-12T04:59:47.500" v="215" actId="2711"/>
        <pc:sldMkLst>
          <pc:docMk/>
          <pc:sldMk cId="0" sldId="258"/>
        </pc:sldMkLst>
        <pc:spChg chg="mod">
          <ac:chgData name="Varshitha Uppalapati" userId="3be0d4f9365dd0af" providerId="LiveId" clId="{AB149606-2BA2-462E-BC59-3F219E4A6B46}" dt="2026-10-12T04:59:47.500" v="215" actId="2711"/>
          <ac:spMkLst>
            <pc:docMk/>
            <pc:sldMk cId="0" sldId="258"/>
            <ac:spMk id="4" creationId="{D5CD84C8-9896-DF2B-115D-EEC3A67076F4}"/>
          </ac:spMkLst>
        </pc:spChg>
      </pc:sldChg>
      <pc:sldChg chg="modSp mod">
        <pc:chgData name="Varshitha Uppalapati" userId="3be0d4f9365dd0af" providerId="LiveId" clId="{AB149606-2BA2-462E-BC59-3F219E4A6B46}" dt="2026-10-12T05:01:29.294" v="232" actId="2711"/>
        <pc:sldMkLst>
          <pc:docMk/>
          <pc:sldMk cId="0" sldId="259"/>
        </pc:sldMkLst>
        <pc:spChg chg="mod">
          <ac:chgData name="Varshitha Uppalapati" userId="3be0d4f9365dd0af" providerId="LiveId" clId="{AB149606-2BA2-462E-BC59-3F219E4A6B46}" dt="2026-10-12T05:01:29.294" v="232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Varshitha Uppalapati" userId="3be0d4f9365dd0af" providerId="LiveId" clId="{AB149606-2BA2-462E-BC59-3F219E4A6B46}" dt="2026-10-12T05:01:29.294" v="232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Varshitha Uppalapati" userId="3be0d4f9365dd0af" providerId="LiveId" clId="{AB149606-2BA2-462E-BC59-3F219E4A6B46}" dt="2026-10-12T05:01:29.294" v="232" actId="2711"/>
          <ac:spMkLst>
            <pc:docMk/>
            <pc:sldMk cId="0" sldId="259"/>
            <ac:spMk id="6" creationId="{6DBE9885-DCF5-E08F-C307-CDBDF133752C}"/>
          </ac:spMkLst>
        </pc:spChg>
        <pc:spChg chg="mod">
          <ac:chgData name="Varshitha Uppalapati" userId="3be0d4f9365dd0af" providerId="LiveId" clId="{AB149606-2BA2-462E-BC59-3F219E4A6B46}" dt="2026-10-12T05:01:29.294" v="232" actId="2711"/>
          <ac:spMkLst>
            <pc:docMk/>
            <pc:sldMk cId="0" sldId="259"/>
            <ac:spMk id="8" creationId="{07379AEF-4990-B814-F4D6-162437603430}"/>
          </ac:spMkLst>
        </pc:spChg>
        <pc:spChg chg="mod">
          <ac:chgData name="Varshitha Uppalapati" userId="3be0d4f9365dd0af" providerId="LiveId" clId="{AB149606-2BA2-462E-BC59-3F219E4A6B46}" dt="2026-10-12T05:01:29.294" v="232" actId="2711"/>
          <ac:spMkLst>
            <pc:docMk/>
            <pc:sldMk cId="0" sldId="259"/>
            <ac:spMk id="10" creationId="{CC970444-1AB7-6F32-4FAF-18945C3FD046}"/>
          </ac:spMkLst>
        </pc:spChg>
        <pc:spChg chg="mod">
          <ac:chgData name="Varshitha Uppalapati" userId="3be0d4f9365dd0af" providerId="LiveId" clId="{AB149606-2BA2-462E-BC59-3F219E4A6B46}" dt="2026-10-12T05:01:29.294" v="232" actId="2711"/>
          <ac:spMkLst>
            <pc:docMk/>
            <pc:sldMk cId="0" sldId="259"/>
            <ac:spMk id="12" creationId="{13CAA07C-7FB6-DA9A-7A4A-B38F2A02499A}"/>
          </ac:spMkLst>
        </pc:spChg>
        <pc:spChg chg="mod">
          <ac:chgData name="Varshitha Uppalapati" userId="3be0d4f9365dd0af" providerId="LiveId" clId="{AB149606-2BA2-462E-BC59-3F219E4A6B46}" dt="2026-10-12T05:01:29.294" v="232" actId="2711"/>
          <ac:spMkLst>
            <pc:docMk/>
            <pc:sldMk cId="0" sldId="259"/>
            <ac:spMk id="16" creationId="{04118DFA-223B-0CB1-3C74-F83ED78FFBE7}"/>
          </ac:spMkLst>
        </pc:spChg>
        <pc:spChg chg="mod">
          <ac:chgData name="Varshitha Uppalapati" userId="3be0d4f9365dd0af" providerId="LiveId" clId="{AB149606-2BA2-462E-BC59-3F219E4A6B46}" dt="2026-10-12T05:01:29.294" v="232" actId="2711"/>
          <ac:spMkLst>
            <pc:docMk/>
            <pc:sldMk cId="0" sldId="259"/>
            <ac:spMk id="18" creationId="{696F2CC9-0C45-6B47-B76C-EAC3EAFC3D84}"/>
          </ac:spMkLst>
        </pc:spChg>
        <pc:spChg chg="mod">
          <ac:chgData name="Varshitha Uppalapati" userId="3be0d4f9365dd0af" providerId="LiveId" clId="{AB149606-2BA2-462E-BC59-3F219E4A6B46}" dt="2026-10-12T05:01:29.294" v="232" actId="2711"/>
          <ac:spMkLst>
            <pc:docMk/>
            <pc:sldMk cId="0" sldId="259"/>
            <ac:spMk id="20" creationId="{3B56A749-A00D-CD92-678C-18CCFBC68F31}"/>
          </ac:spMkLst>
        </pc:spChg>
        <pc:cxnChg chg="mod">
          <ac:chgData name="Varshitha Uppalapati" userId="3be0d4f9365dd0af" providerId="LiveId" clId="{AB149606-2BA2-462E-BC59-3F219E4A6B46}" dt="2026-10-12T05:01:18.987" v="227" actId="14100"/>
          <ac:cxnSpMkLst>
            <pc:docMk/>
            <pc:sldMk cId="0" sldId="259"/>
            <ac:cxnSpMk id="25" creationId="{6D9DD57B-BD0A-23BB-426F-0F2D3109CE72}"/>
          </ac:cxnSpMkLst>
        </pc:cxnChg>
      </pc:sldChg>
      <pc:sldChg chg="modSp mod">
        <pc:chgData name="Varshitha Uppalapati" userId="3be0d4f9365dd0af" providerId="LiveId" clId="{AB149606-2BA2-462E-BC59-3F219E4A6B46}" dt="2026-10-12T04:56:40.985" v="179" actId="1076"/>
        <pc:sldMkLst>
          <pc:docMk/>
          <pc:sldMk cId="0" sldId="260"/>
        </pc:sldMkLst>
        <pc:spChg chg="mod">
          <ac:chgData name="Varshitha Uppalapati" userId="3be0d4f9365dd0af" providerId="LiveId" clId="{AB149606-2BA2-462E-BC59-3F219E4A6B46}" dt="2026-10-12T04:56:40.985" v="179" actId="1076"/>
          <ac:spMkLst>
            <pc:docMk/>
            <pc:sldMk cId="0" sldId="260"/>
            <ac:spMk id="6" creationId="{212C598E-1752-C63E-E73E-454A52B684A8}"/>
          </ac:spMkLst>
        </pc:spChg>
      </pc:sldChg>
      <pc:sldChg chg="modSp mod">
        <pc:chgData name="Varshitha Uppalapati" userId="3be0d4f9365dd0af" providerId="LiveId" clId="{AB149606-2BA2-462E-BC59-3F219E4A6B46}" dt="2026-10-12T05:00:01.332" v="217" actId="2711"/>
        <pc:sldMkLst>
          <pc:docMk/>
          <pc:sldMk cId="0" sldId="261"/>
        </pc:sldMkLst>
        <pc:spChg chg="mod">
          <ac:chgData name="Varshitha Uppalapati" userId="3be0d4f9365dd0af" providerId="LiveId" clId="{AB149606-2BA2-462E-BC59-3F219E4A6B46}" dt="2026-10-12T05:00:01.332" v="217" actId="2711"/>
          <ac:spMkLst>
            <pc:docMk/>
            <pc:sldMk cId="0" sldId="261"/>
            <ac:spMk id="7" creationId="{4B3E659D-1769-56B7-C966-C9B6FF5D8359}"/>
          </ac:spMkLst>
        </pc:spChg>
        <pc:graphicFrameChg chg="modGraphic">
          <ac:chgData name="Varshitha Uppalapati" userId="3be0d4f9365dd0af" providerId="LiveId" clId="{AB149606-2BA2-462E-BC59-3F219E4A6B46}" dt="2026-10-12T04:59:55.580" v="216" actId="2711"/>
          <ac:graphicFrameMkLst>
            <pc:docMk/>
            <pc:sldMk cId="0" sldId="261"/>
            <ac:graphicFrameMk id="5" creationId="{64673C41-4AAB-5C50-4E25-7CC7D3695D51}"/>
          </ac:graphicFrameMkLst>
        </pc:graphicFrameChg>
      </pc:sldChg>
      <pc:sldChg chg="modSp mod">
        <pc:chgData name="Varshitha Uppalapati" userId="3be0d4f9365dd0af" providerId="LiveId" clId="{AB149606-2BA2-462E-BC59-3F219E4A6B46}" dt="2026-10-12T04:57:13.643" v="184" actId="1076"/>
        <pc:sldMkLst>
          <pc:docMk/>
          <pc:sldMk cId="0" sldId="262"/>
        </pc:sldMkLst>
        <pc:spChg chg="mod">
          <ac:chgData name="Varshitha Uppalapati" userId="3be0d4f9365dd0af" providerId="LiveId" clId="{AB149606-2BA2-462E-BC59-3F219E4A6B46}" dt="2026-10-12T04:57:13.643" v="184" actId="1076"/>
          <ac:spMkLst>
            <pc:docMk/>
            <pc:sldMk cId="0" sldId="262"/>
            <ac:spMk id="2" creationId="{F5DAACD8-D9E7-68A0-44C0-B8FB1B2D8241}"/>
          </ac:spMkLst>
        </pc:spChg>
      </pc:sldChg>
      <pc:sldChg chg="modSp mod">
        <pc:chgData name="Varshitha Uppalapati" userId="3be0d4f9365dd0af" providerId="LiveId" clId="{AB149606-2BA2-462E-BC59-3F219E4A6B46}" dt="2026-10-12T04:59:41.454" v="214" actId="2711"/>
        <pc:sldMkLst>
          <pc:docMk/>
          <pc:sldMk cId="1672422596" sldId="264"/>
        </pc:sldMkLst>
        <pc:spChg chg="mod">
          <ac:chgData name="Varshitha Uppalapati" userId="3be0d4f9365dd0af" providerId="LiveId" clId="{AB149606-2BA2-462E-BC59-3F219E4A6B46}" dt="2026-10-12T04:59:41.454" v="214" actId="2711"/>
          <ac:spMkLst>
            <pc:docMk/>
            <pc:sldMk cId="1672422596" sldId="264"/>
            <ac:spMk id="4" creationId="{A1D231B5-85C6-E66B-86A3-D3C27157C133}"/>
          </ac:spMkLst>
        </pc:spChg>
      </pc:sldChg>
      <pc:sldChg chg="modSp mod">
        <pc:chgData name="Varshitha Uppalapati" userId="3be0d4f9365dd0af" providerId="LiveId" clId="{AB149606-2BA2-462E-BC59-3F219E4A6B46}" dt="2026-10-12T04:29:02.179" v="105" actId="20577"/>
        <pc:sldMkLst>
          <pc:docMk/>
          <pc:sldMk cId="3441026644" sldId="265"/>
        </pc:sldMkLst>
        <pc:spChg chg="mod">
          <ac:chgData name="Varshitha Uppalapati" userId="3be0d4f9365dd0af" providerId="LiveId" clId="{AB149606-2BA2-462E-BC59-3F219E4A6B46}" dt="2026-10-12T04:24:27.100" v="92" actId="20577"/>
          <ac:spMkLst>
            <pc:docMk/>
            <pc:sldMk cId="3441026644" sldId="265"/>
            <ac:spMk id="2" creationId="{00000000-0000-0000-0000-000000000000}"/>
          </ac:spMkLst>
        </pc:spChg>
        <pc:spChg chg="mod">
          <ac:chgData name="Varshitha Uppalapati" userId="3be0d4f9365dd0af" providerId="LiveId" clId="{AB149606-2BA2-462E-BC59-3F219E4A6B46}" dt="2026-10-12T04:29:02.179" v="105" actId="20577"/>
          <ac:spMkLst>
            <pc:docMk/>
            <pc:sldMk cId="3441026644" sldId="265"/>
            <ac:spMk id="4" creationId="{BCE64BC7-55AE-F260-E6D9-3839F87E38E2}"/>
          </ac:spMkLst>
        </pc:spChg>
      </pc:sldChg>
      <pc:sldChg chg="modSp mod">
        <pc:chgData name="Varshitha Uppalapati" userId="3be0d4f9365dd0af" providerId="LiveId" clId="{AB149606-2BA2-462E-BC59-3F219E4A6B46}" dt="2026-10-12T04:55:47.589" v="174" actId="255"/>
        <pc:sldMkLst>
          <pc:docMk/>
          <pc:sldMk cId="2292750904" sldId="266"/>
        </pc:sldMkLst>
        <pc:spChg chg="mod">
          <ac:chgData name="Varshitha Uppalapati" userId="3be0d4f9365dd0af" providerId="LiveId" clId="{AB149606-2BA2-462E-BC59-3F219E4A6B46}" dt="2026-10-12T04:54:15.960" v="162" actId="113"/>
          <ac:spMkLst>
            <pc:docMk/>
            <pc:sldMk cId="2292750904" sldId="266"/>
            <ac:spMk id="2" creationId="{00000000-0000-0000-0000-000000000000}"/>
          </ac:spMkLst>
        </pc:spChg>
        <pc:spChg chg="mod">
          <ac:chgData name="Varshitha Uppalapati" userId="3be0d4f9365dd0af" providerId="LiveId" clId="{AB149606-2BA2-462E-BC59-3F219E4A6B46}" dt="2026-10-12T04:47:33.766" v="133" actId="1076"/>
          <ac:spMkLst>
            <pc:docMk/>
            <pc:sldMk cId="2292750904" sldId="266"/>
            <ac:spMk id="3" creationId="{00000000-0000-0000-0000-000000000000}"/>
          </ac:spMkLst>
        </pc:spChg>
        <pc:spChg chg="mod">
          <ac:chgData name="Varshitha Uppalapati" userId="3be0d4f9365dd0af" providerId="LiveId" clId="{AB149606-2BA2-462E-BC59-3F219E4A6B46}" dt="2026-10-12T04:55:47.589" v="174" actId="255"/>
          <ac:spMkLst>
            <pc:docMk/>
            <pc:sldMk cId="2292750904" sldId="266"/>
            <ac:spMk id="4" creationId="{AA11E7E5-435C-D83B-BC9B-45C5B63EFD5F}"/>
          </ac:spMkLst>
        </pc:spChg>
      </pc:sldChg>
      <pc:sldChg chg="modSp mod">
        <pc:chgData name="Varshitha Uppalapati" userId="3be0d4f9365dd0af" providerId="LiveId" clId="{AB149606-2BA2-462E-BC59-3F219E4A6B46}" dt="2026-10-12T04:45:48.585" v="127" actId="255"/>
        <pc:sldMkLst>
          <pc:docMk/>
          <pc:sldMk cId="106092222" sldId="267"/>
        </pc:sldMkLst>
        <pc:spChg chg="mod">
          <ac:chgData name="Varshitha Uppalapati" userId="3be0d4f9365dd0af" providerId="LiveId" clId="{AB149606-2BA2-462E-BC59-3F219E4A6B46}" dt="2026-10-12T04:45:48.585" v="127" actId="255"/>
          <ac:spMkLst>
            <pc:docMk/>
            <pc:sldMk cId="106092222" sldId="267"/>
            <ac:spMk id="4" creationId="{52E9A661-72D3-9465-9F7D-1E2EBCC48F27}"/>
          </ac:spMkLst>
        </pc:spChg>
      </pc:sldChg>
      <pc:sldChg chg="addSp modSp new mod">
        <pc:chgData name="Varshitha Uppalapati" userId="3be0d4f9365dd0af" providerId="LiveId" clId="{AB149606-2BA2-462E-BC59-3F219E4A6B46}" dt="2026-10-12T04:58:31.430" v="210" actId="14100"/>
        <pc:sldMkLst>
          <pc:docMk/>
          <pc:sldMk cId="151726912" sldId="269"/>
        </pc:sldMkLst>
        <pc:spChg chg="mod">
          <ac:chgData name="Varshitha Uppalapati" userId="3be0d4f9365dd0af" providerId="LiveId" clId="{AB149606-2BA2-462E-BC59-3F219E4A6B46}" dt="2026-10-12T04:58:31.430" v="210" actId="14100"/>
          <ac:spMkLst>
            <pc:docMk/>
            <pc:sldMk cId="151726912" sldId="269"/>
            <ac:spMk id="2" creationId="{A18D0DC0-0C90-6727-C0C6-8725E6BEEA77}"/>
          </ac:spMkLst>
        </pc:spChg>
        <pc:picChg chg="add mod">
          <ac:chgData name="Varshitha Uppalapati" userId="3be0d4f9365dd0af" providerId="LiveId" clId="{AB149606-2BA2-462E-BC59-3F219E4A6B46}" dt="2026-09-28T07:05:33.380" v="58" actId="14100"/>
          <ac:picMkLst>
            <pc:docMk/>
            <pc:sldMk cId="151726912" sldId="269"/>
            <ac:picMk id="4" creationId="{274527EA-AC5F-4B28-8E21-A895308A800B}"/>
          </ac:picMkLst>
        </pc:picChg>
        <pc:picChg chg="add mod">
          <ac:chgData name="Varshitha Uppalapati" userId="3be0d4f9365dd0af" providerId="LiveId" clId="{AB149606-2BA2-462E-BC59-3F219E4A6B46}" dt="2026-09-28T07:05:37.350" v="59" actId="14100"/>
          <ac:picMkLst>
            <pc:docMk/>
            <pc:sldMk cId="151726912" sldId="269"/>
            <ac:picMk id="6" creationId="{E38D0DC8-E396-A4F0-F897-574E10176206}"/>
          </ac:picMkLst>
        </pc:picChg>
      </pc:sldChg>
      <pc:sldChg chg="addSp delSp modSp new mod">
        <pc:chgData name="Varshitha Uppalapati" userId="3be0d4f9365dd0af" providerId="LiveId" clId="{AB149606-2BA2-462E-BC59-3F219E4A6B46}" dt="2026-10-12T04:53:13.723" v="140" actId="14100"/>
        <pc:sldMkLst>
          <pc:docMk/>
          <pc:sldMk cId="823459215" sldId="270"/>
        </pc:sldMkLst>
        <pc:spChg chg="mod">
          <ac:chgData name="Varshitha Uppalapati" userId="3be0d4f9365dd0af" providerId="LiveId" clId="{AB149606-2BA2-462E-BC59-3F219E4A6B46}" dt="2026-09-28T07:10:31.268" v="71" actId="20577"/>
          <ac:spMkLst>
            <pc:docMk/>
            <pc:sldMk cId="823459215" sldId="270"/>
            <ac:spMk id="2" creationId="{618CC25C-56B4-D2DF-B3C2-0606F673C500}"/>
          </ac:spMkLst>
        </pc:spChg>
        <pc:spChg chg="add del mod">
          <ac:chgData name="Varshitha Uppalapati" userId="3be0d4f9365dd0af" providerId="LiveId" clId="{AB149606-2BA2-462E-BC59-3F219E4A6B46}" dt="2026-10-12T04:47:33.685" v="132"/>
          <ac:spMkLst>
            <pc:docMk/>
            <pc:sldMk cId="823459215" sldId="270"/>
            <ac:spMk id="6" creationId="{111E98A6-9727-042C-DD2C-9CA896596BEC}"/>
          </ac:spMkLst>
        </pc:spChg>
        <pc:picChg chg="add del mod">
          <ac:chgData name="Varshitha Uppalapati" userId="3be0d4f9365dd0af" providerId="LiveId" clId="{AB149606-2BA2-462E-BC59-3F219E4A6B46}" dt="2026-10-12T04:47:02.860" v="128" actId="478"/>
          <ac:picMkLst>
            <pc:docMk/>
            <pc:sldMk cId="823459215" sldId="270"/>
            <ac:picMk id="4" creationId="{EAB4647F-EE68-A6DD-9C7F-0492FDF1F271}"/>
          </ac:picMkLst>
        </pc:picChg>
        <pc:picChg chg="add mod">
          <ac:chgData name="Varshitha Uppalapati" userId="3be0d4f9365dd0af" providerId="LiveId" clId="{AB149606-2BA2-462E-BC59-3F219E4A6B46}" dt="2026-10-12T04:53:13.723" v="140" actId="14100"/>
          <ac:picMkLst>
            <pc:docMk/>
            <pc:sldMk cId="823459215" sldId="270"/>
            <ac:picMk id="5" creationId="{344AB80A-92E9-E5D5-1187-8CC63C5A2BDC}"/>
          </ac:picMkLst>
        </pc:picChg>
      </pc:sldChg>
      <pc:sldChg chg="new del">
        <pc:chgData name="Varshitha Uppalapati" userId="3be0d4f9365dd0af" providerId="LiveId" clId="{AB149606-2BA2-462E-BC59-3F219E4A6B46}" dt="2026-10-12T04:23:58.328" v="88" actId="2696"/>
        <pc:sldMkLst>
          <pc:docMk/>
          <pc:sldMk cId="1766996710" sldId="271"/>
        </pc:sldMkLst>
      </pc:sldChg>
      <pc:sldChg chg="modSp add mod">
        <pc:chgData name="Varshitha Uppalapati" userId="3be0d4f9365dd0af" providerId="LiveId" clId="{AB149606-2BA2-462E-BC59-3F219E4A6B46}" dt="2026-10-12T04:28:56.994" v="104" actId="2711"/>
        <pc:sldMkLst>
          <pc:docMk/>
          <pc:sldMk cId="3621794499" sldId="271"/>
        </pc:sldMkLst>
        <pc:spChg chg="mod">
          <ac:chgData name="Varshitha Uppalapati" userId="3be0d4f9365dd0af" providerId="LiveId" clId="{AB149606-2BA2-462E-BC59-3F219E4A6B46}" dt="2026-10-12T04:24:15.774" v="91" actId="20577"/>
          <ac:spMkLst>
            <pc:docMk/>
            <pc:sldMk cId="3621794499" sldId="271"/>
            <ac:spMk id="2" creationId="{604CA6D1-8BF1-DE10-3DC8-478EF1020B78}"/>
          </ac:spMkLst>
        </pc:spChg>
        <pc:spChg chg="mod">
          <ac:chgData name="Varshitha Uppalapati" userId="3be0d4f9365dd0af" providerId="LiveId" clId="{AB149606-2BA2-462E-BC59-3F219E4A6B46}" dt="2026-10-12T04:28:56.994" v="104" actId="2711"/>
          <ac:spMkLst>
            <pc:docMk/>
            <pc:sldMk cId="3621794499" sldId="271"/>
            <ac:spMk id="4" creationId="{A170502E-3E94-52BC-2701-DBFF2E98FC1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15:4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90 24575,'-5'0'0,"-16"0"0,21 0 0,-1 0 0,1 0 0,0 0 0,-1 0 0,1 0 0,-1 1 0,1-1 0,0 0 0,-1-1 0,1 1 0,0 0 0,-1 0 0,1 0 0,-1 0 0,1 0 0,0 0 0,-1 0 0,1 0 0,0-1 0,0 1 0,-1 0 0,1 0 0,0 0 0,-1-1 0,1 1 0,0 0 0,0-1 0,-1 1 0,1 0 0,0 0 0,0-1 0,-1 0 0,2-1 0,0 0 0,0-1 0,0 1 0,0 0 0,-1-1 0,1 1 0,-1-1 0,0 0 0,1 1 0,-1-1 0,-1 1 0,1-1 0,0 1 0,0-1 0,-1 1 0,0-1 0,1 1 0,-1 0 0,0-1 0,0 1 0,0 0 0,-1-1 0,1 1 0,0 0 0,-1 0 0,0 0 0,1 0 0,-1 0 0,0 1 0,0-1 0,0 0 0,0 1 0,0 0 0,0-1 0,-1 1 0,1 0 0,0 0 0,-1 0 0,1 0 0,0 1 0,-1-1 0,1 1 0,-1-1 0,1 1 0,-1 0 0,0 0 0,1 0 0,-1 0 0,1 1 0,-4 0 0,5-1 0,0 0 0,1 0 0,-1 0 0,0 0 0,1 0 0,-1 1 0,0-1 0,1 0 0,-1 0 0,1 1 0,-1-1 0,0 0 0,1 1 0,-1-1 0,1 1 0,-1-1 0,1 1 0,-1-1 0,1 1 0,0-1 0,-1 1 0,1-1 0,0 1 0,-1 0 0,1-1 0,0 1 0,-1 0 0,1-1 0,0 1 0,0 0 0,0-1 0,0 1 0,0 0 0,0-1 0,0 1 0,0 0 0,0-1 0,0 1 0,0 0 0,0-1 0,0 1 0,1 0 0,-1-1 0,0 1 0,0 0 0,1-1 0,-1 1 0,0-1 0,1 1 0,-1-1 0,1 1 0,0 0 0,1 2 0,0 0 0,1 0 0,-1 0 0,1-1 0,-1 1 0,1-1 0,0 0 0,6 4 0,33 4 0,-22-13 0,-19 3 0,-1-1 0,0 1 0,0 0 0,1-1 0,-1 1 0,0-1 0,1 1 0,-1-1 0,0 1 0,0-1 0,0 1 0,0-1 0,1 1 0,-1-1 0,0 1 0,0-1 0,0 1 0,0-1 0,0 1 0,0-1 0,0 1 0,0-1 0,-1 1 0,1-1 0,0 1 0,0-1 0,0 1 0,0 0 0,-1-1 0,1 1 0,0-1 0,0 1 0,-1-1 0,0 0 0,1 1 0,0-1 0,-1 0 0,1 0 0,-1 1 0,1-1 0,0 0 0,-1 1 0,0-1 0,1 0 0,-1 1 0,1-1 0,-1 1 0,0-1 0,1 1 0,-1-1 0,0 1 0,1 0 0,-1-1 0,0 1 0,0 0 0,0 0 0,1-1 0,-1 1 0,0 0 0,0 0 0,0 0 0,1 0 0,-1 0 0,-1 0 0,0 1 0,0 0 0,0 0 0,0-1 0,0 1 0,0 1 0,0-1 0,1 0 0,-1 0 0,1 1 0,-1-1 0,-1 3 0,-3 3 0,1-1 0,0 1 0,1 1 0,-8 14 0,12-21 0,-1-1 0,1 1 0,0 0 0,-1 0 0,1-1 0,0 1 0,0 0 0,-1 0 0,1-1 0,0 1 0,0 0 0,0 0 0,0 0 0,0-1 0,0 1 0,0 0 0,0 0 0,0 0 0,1-1 0,-1 1 0,0 0 0,0 0 0,1-1 0,-1 1 0,0 0 0,1 0 0,-1-1 0,1 1 0,-1-1 0,1 1 0,-1 0 0,1-1 0,0 1 0,-1-1 0,1 1 0,0-1 0,-1 1 0,1-1 0,0 0 0,-1 1 0,1-1 0,0 0 0,0 0 0,-1 1 0,1-1 0,1 0 0,0 0 0,1 0 0,-1 0 0,0 0 0,0 0 0,1 0 0,-1 0 0,0-1 0,0 1 0,0-1 0,0 0 0,0 0 0,0 0 0,0 0 0,0 0 0,0 0 0,2-2 0,-1 1 11,-1-1 0,0 0 1,0 1-1,0-1 0,-1 0 0,1 0 0,0-1 0,-1 1 0,0 0 0,0 0 1,1-7-1,-1 5-225,0 1 0,1 0-1,-1 0 1,1 0 0,0 0 0,3-5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15:49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15:49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3:15:57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3200" b="1" dirty="0">
                <a:solidFill>
                  <a:srgbClr val="C00000"/>
                </a:solidFill>
              </a:rPr>
              <a:t>Matrix Chain Multiplication Optimization Using Dynamic Programming</a:t>
            </a:r>
            <a:endParaRPr lang="en-US" sz="32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GOPIREDDY SUSMITHA-2520030201</a:t>
            </a: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U. VARSHITHA-2520030206</a:t>
            </a: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CHALLA SREEJA-2520030219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>
                <a:solidFill>
                  <a:srgbClr val="0070C0"/>
                </a:solidFill>
              </a:rPr>
              <a:t>Ms. D</a:t>
            </a:r>
            <a:r>
              <a:rPr lang="en-US" dirty="0">
                <a:solidFill>
                  <a:srgbClr val="0070C0"/>
                </a:solidFill>
              </a:rPr>
              <a:t>. Swathi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5250155" cy="4591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4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  <a:endParaRPr lang="en-IN" sz="24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  <a:endParaRPr lang="en-IN" sz="24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4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IN" sz="24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231B5-85C6-E66B-86A3-D3C27157C133}"/>
              </a:ext>
            </a:extLst>
          </p:cNvPr>
          <p:cNvSpPr txBox="1"/>
          <p:nvPr/>
        </p:nvSpPr>
        <p:spPr>
          <a:xfrm>
            <a:off x="2876969" y="1249290"/>
            <a:ext cx="878020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MatrixMind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Java-based application that optimizes matrix chain multiplication using Dynamic Programming.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determines the most efficient order of multiplying a sequence of matrices to minimize the total number of scalar multiplications.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uses Interval Dynamic Programming to calculate minimum costs and identify the optimal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parenthesization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graphical user interface developed using Java Swing, allowing users to enter matrix dimensions and visualize the results through DP cost tables, split tables, and algorithm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MatrixMind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the optimized multiplication cost with a naïve left-to-right approach and displays the cost savings and percentage improvement.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has a time complexity of O(n³) and a space complexity of O(n²), making the project an effective demonstration of Dynamic Programming and algorithm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CD84C8-9896-DF2B-115D-EEC3A67076F4}"/>
              </a:ext>
            </a:extLst>
          </p:cNvPr>
          <p:cNvSpPr txBox="1"/>
          <p:nvPr/>
        </p:nvSpPr>
        <p:spPr>
          <a:xfrm>
            <a:off x="2910349" y="1219200"/>
            <a:ext cx="858356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MatrixMind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Java-based application developed to optimize matrix chain multiplication using Dynamic Programming.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 can be performed in different orders, but each order may require a different number of scalar multiplications.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identify the optimal multiplication order that minimizes computational cost.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uses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Interval Dynamic Programming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different multiplication sequences and determine the minimum cost.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MatrixMind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interactive graphical interface using Java Swing, where users can enter matrix dimensions and view the results.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displays the optimal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parenthesization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minimum multiplication cost, naïve cost, cost savings, DP cost table, split table, and algorithm complexity.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Dynamic Programming improves computational efficiency by avoiding unnecessary calculations and selecting an optimal 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673C41-4AAB-5C50-4E25-7CC7D3695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379578"/>
              </p:ext>
            </p:extLst>
          </p:nvPr>
        </p:nvGraphicFramePr>
        <p:xfrm>
          <a:off x="1975852" y="1446762"/>
          <a:ext cx="8127999" cy="3024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7979522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602973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2014528"/>
                    </a:ext>
                  </a:extLst>
                </a:gridCol>
              </a:tblGrid>
              <a:tr h="363178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933267"/>
                  </a:ext>
                </a:extLst>
              </a:tr>
              <a:tr h="664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multiplication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perform unnecessary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536692"/>
                  </a:ext>
                </a:extLst>
              </a:tr>
              <a:tr h="66458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Recursive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Repeatedly solves subproblems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065853"/>
                  </a:ext>
                </a:extLst>
              </a:tr>
              <a:tr h="66458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Bottom-up 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Avoids redundant calculations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741101"/>
                  </a:ext>
                </a:extLst>
              </a:tr>
              <a:tr h="66458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Interval DP +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Finds optimal order and compares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9983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B3E659D-1769-56B7-C966-C9B6FF5D8359}"/>
              </a:ext>
            </a:extLst>
          </p:cNvPr>
          <p:cNvSpPr txBox="1"/>
          <p:nvPr/>
        </p:nvSpPr>
        <p:spPr>
          <a:xfrm>
            <a:off x="1587438" y="5088072"/>
            <a:ext cx="8904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practical tool that combines optimal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parenthesization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cost analysis, and comparison with a naïve strategy provides a clearer demonstration of the benefits of Dynamic Programming.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90E623-9761-9F09-2EF2-1CAB78F569BF}"/>
              </a:ext>
            </a:extLst>
          </p:cNvPr>
          <p:cNvGrpSpPr/>
          <p:nvPr/>
        </p:nvGrpSpPr>
        <p:grpSpPr>
          <a:xfrm>
            <a:off x="1448975" y="5269503"/>
            <a:ext cx="43200" cy="46800"/>
            <a:chOff x="1448975" y="5269503"/>
            <a:chExt cx="43200" cy="4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5D8F12B-0115-9EB4-3582-BAC6136D199D}"/>
                    </a:ext>
                  </a:extLst>
                </p14:cNvPr>
                <p14:cNvContentPartPr/>
                <p14:nvPr/>
              </p14:nvContentPartPr>
              <p14:xfrm>
                <a:off x="1448975" y="5269503"/>
                <a:ext cx="43200" cy="46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5D8F12B-0115-9EB4-3582-BAC6136D199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42855" y="5263383"/>
                  <a:ext cx="55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1DB9A43-E928-C689-CD2C-399D0CA7D891}"/>
                    </a:ext>
                  </a:extLst>
                </p14:cNvPr>
                <p14:cNvContentPartPr/>
                <p14:nvPr/>
              </p14:nvContentPartPr>
              <p14:xfrm>
                <a:off x="1451495" y="5293623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1DB9A43-E928-C689-CD2C-399D0CA7D8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45375" y="52875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782538-5944-E89C-4915-093C7F78A7B9}"/>
                    </a:ext>
                  </a:extLst>
                </p14:cNvPr>
                <p14:cNvContentPartPr/>
                <p14:nvPr/>
              </p14:nvContentPartPr>
              <p14:xfrm>
                <a:off x="1451495" y="5293623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782538-5944-E89C-4915-093C7F78A7B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45375" y="52875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1F91B4A-7CB9-3340-2D2C-DD22BF766C30}"/>
                  </a:ext>
                </a:extLst>
              </p14:cNvPr>
              <p14:cNvContentPartPr/>
              <p14:nvPr/>
            </p14:nvContentPartPr>
            <p14:xfrm>
              <a:off x="-192625" y="1178924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1F91B4A-7CB9-3340-2D2C-DD22BF766C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98745" y="1172804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64BC7-55AE-F260-E6D9-3839F87E38E2}"/>
              </a:ext>
            </a:extLst>
          </p:cNvPr>
          <p:cNvSpPr txBox="1"/>
          <p:nvPr/>
        </p:nvSpPr>
        <p:spPr>
          <a:xfrm>
            <a:off x="3020470" y="1121533"/>
            <a:ext cx="89276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Chain Multiplication involves multiplying a sequence of matrices in a specific order.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multiplication orders can produce the same result but require different numbers of scalar multiplications.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an inefficient order increases computational cost and reduces efficiency.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efficient method is required to determine the optimal multiplication order with minimum cost.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MatrixMind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this problem by using Dynamic Programming to calculate the minimum multiplication cost and display the optimal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parenthesization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  <a:defRPr sz="1800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F8326-D2B0-2461-71D8-0EAE5E52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E438E41-31AB-1FC4-4233-CDD6CD96CBF6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4CA6D1-8BF1-DE10-3DC8-478EF1020B78}"/>
              </a:ext>
            </a:extLst>
          </p:cNvPr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70502E-3E94-52BC-2701-DBFF2E98FC14}"/>
              </a:ext>
            </a:extLst>
          </p:cNvPr>
          <p:cNvSpPr txBox="1"/>
          <p:nvPr/>
        </p:nvSpPr>
        <p:spPr>
          <a:xfrm>
            <a:off x="2959510" y="1101213"/>
            <a:ext cx="89276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Java-based application for Matrix Chain Multiplication optimization.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the Dynamic Programming approach to find the minimum multiplication cost.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optimal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parenthesization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sequence of matrices.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DP cost table and split table through a graphical user interface.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optimized cost with the naïve left-to-right multiplication cost.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the cost savings and percentage improvement.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the time complexity (O(n^3)) and space complexity (O(n^2)) of the algorithm.</a:t>
            </a:r>
          </a:p>
        </p:txBody>
      </p:sp>
    </p:spTree>
    <p:extLst>
      <p:ext uri="{BB962C8B-B14F-4D97-AF65-F5344CB8AC3E}">
        <p14:creationId xmlns:p14="http://schemas.microsoft.com/office/powerpoint/2010/main" val="362179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E9885-DCF5-E08F-C307-CDBDF133752C}"/>
              </a:ext>
            </a:extLst>
          </p:cNvPr>
          <p:cNvSpPr/>
          <p:nvPr/>
        </p:nvSpPr>
        <p:spPr>
          <a:xfrm>
            <a:off x="1817225" y="1319302"/>
            <a:ext cx="140053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79AEF-4990-B814-F4D6-162437603430}"/>
              </a:ext>
            </a:extLst>
          </p:cNvPr>
          <p:cNvSpPr/>
          <p:nvPr/>
        </p:nvSpPr>
        <p:spPr>
          <a:xfrm>
            <a:off x="4320543" y="1366781"/>
            <a:ext cx="140053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Dimensions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970444-1AB7-6F32-4FAF-18945C3FD046}"/>
              </a:ext>
            </a:extLst>
          </p:cNvPr>
          <p:cNvSpPr/>
          <p:nvPr/>
        </p:nvSpPr>
        <p:spPr>
          <a:xfrm>
            <a:off x="6939608" y="1319303"/>
            <a:ext cx="140053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Naïve Cost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CAA07C-7FB6-DA9A-7A4A-B38F2A02499A}"/>
              </a:ext>
            </a:extLst>
          </p:cNvPr>
          <p:cNvSpPr/>
          <p:nvPr/>
        </p:nvSpPr>
        <p:spPr>
          <a:xfrm>
            <a:off x="6036783" y="2539597"/>
            <a:ext cx="3206186" cy="267198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</a:t>
            </a:r>
          </a:p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Table</a:t>
            </a:r>
          </a:p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Table</a:t>
            </a:r>
          </a:p>
          <a:p>
            <a:pPr algn="ctr"/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Cost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118DFA-223B-0CB1-3C74-F83ED78FFBE7}"/>
              </a:ext>
            </a:extLst>
          </p:cNvPr>
          <p:cNvSpPr/>
          <p:nvPr/>
        </p:nvSpPr>
        <p:spPr>
          <a:xfrm>
            <a:off x="2660072" y="3429000"/>
            <a:ext cx="2266036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</a:t>
            </a:r>
            <a:r>
              <a:rPr lang="en-IN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Parenthesization</a:t>
            </a:r>
            <a:endParaRPr lang="en-IN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6F2CC9-0C45-6B47-B76C-EAC3EAFC3D84}"/>
              </a:ext>
            </a:extLst>
          </p:cNvPr>
          <p:cNvSpPr/>
          <p:nvPr/>
        </p:nvSpPr>
        <p:spPr>
          <a:xfrm>
            <a:off x="2856433" y="4626810"/>
            <a:ext cx="175935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56A749-A00D-CD92-678C-18CCFBC68F31}"/>
              </a:ext>
            </a:extLst>
          </p:cNvPr>
          <p:cNvSpPr/>
          <p:nvPr/>
        </p:nvSpPr>
        <p:spPr>
          <a:xfrm>
            <a:off x="3052574" y="5774162"/>
            <a:ext cx="1367070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BCB13E-332B-C299-D020-B9DB36CA492F}"/>
              </a:ext>
            </a:extLst>
          </p:cNvPr>
          <p:cNvCxnSpPr>
            <a:stCxn id="6" idx="3"/>
          </p:cNvCxnSpPr>
          <p:nvPr/>
        </p:nvCxnSpPr>
        <p:spPr>
          <a:xfrm flipV="1">
            <a:off x="3217761" y="1611689"/>
            <a:ext cx="11027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F46E78-4CFD-1C9A-6BC9-F07106582FC5}"/>
              </a:ext>
            </a:extLst>
          </p:cNvPr>
          <p:cNvCxnSpPr>
            <a:cxnSpLocks/>
          </p:cNvCxnSpPr>
          <p:nvPr/>
        </p:nvCxnSpPr>
        <p:spPr>
          <a:xfrm>
            <a:off x="5721079" y="1646416"/>
            <a:ext cx="1218529" cy="1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D9DD57B-BD0A-23BB-426F-0F2D3109CE7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7639876" y="1904078"/>
            <a:ext cx="0" cy="635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4DFCFB-5166-CFBD-A3DF-9ACF9BF44C48}"/>
              </a:ext>
            </a:extLst>
          </p:cNvPr>
          <p:cNvCxnSpPr>
            <a:cxnSpLocks/>
          </p:cNvCxnSpPr>
          <p:nvPr/>
        </p:nvCxnSpPr>
        <p:spPr>
          <a:xfrm>
            <a:off x="3736109" y="3991291"/>
            <a:ext cx="0" cy="635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A95507-B395-52F4-D5A7-589C940F386E}"/>
              </a:ext>
            </a:extLst>
          </p:cNvPr>
          <p:cNvCxnSpPr>
            <a:cxnSpLocks/>
          </p:cNvCxnSpPr>
          <p:nvPr/>
        </p:nvCxnSpPr>
        <p:spPr>
          <a:xfrm>
            <a:off x="3735524" y="5211585"/>
            <a:ext cx="0" cy="635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B29700-7561-68E0-BFA5-B64297B0D09C}"/>
              </a:ext>
            </a:extLst>
          </p:cNvPr>
          <p:cNvCxnSpPr>
            <a:cxnSpLocks/>
          </p:cNvCxnSpPr>
          <p:nvPr/>
        </p:nvCxnSpPr>
        <p:spPr>
          <a:xfrm flipH="1">
            <a:off x="5032971" y="3738212"/>
            <a:ext cx="9028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3ED5B3-63E1-1E2F-087A-F126007DB734}"/>
              </a:ext>
            </a:extLst>
          </p:cNvPr>
          <p:cNvCxnSpPr>
            <a:cxnSpLocks/>
          </p:cNvCxnSpPr>
          <p:nvPr/>
        </p:nvCxnSpPr>
        <p:spPr>
          <a:xfrm>
            <a:off x="7627668" y="3051088"/>
            <a:ext cx="12208" cy="54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CA23719-7946-F772-4EB2-EFD0E9546966}"/>
              </a:ext>
            </a:extLst>
          </p:cNvPr>
          <p:cNvCxnSpPr>
            <a:cxnSpLocks/>
          </p:cNvCxnSpPr>
          <p:nvPr/>
        </p:nvCxnSpPr>
        <p:spPr>
          <a:xfrm>
            <a:off x="7639876" y="3833750"/>
            <a:ext cx="0" cy="395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AE3B375-760E-F431-855D-6A3F2AC7ED9E}"/>
              </a:ext>
            </a:extLst>
          </p:cNvPr>
          <p:cNvCxnSpPr>
            <a:cxnSpLocks/>
          </p:cNvCxnSpPr>
          <p:nvPr/>
        </p:nvCxnSpPr>
        <p:spPr>
          <a:xfrm>
            <a:off x="7607439" y="4429210"/>
            <a:ext cx="0" cy="395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0DC0-0C90-6727-C0C6-8725E6BEE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5680" y="128016"/>
            <a:ext cx="1584960" cy="603504"/>
          </a:xfrm>
        </p:spPr>
        <p:txBody>
          <a:bodyPr/>
          <a:lstStyle/>
          <a:p>
            <a:r>
              <a:rPr lang="en-US" b="1" dirty="0">
                <a:highlight>
                  <a:srgbClr val="FF0000"/>
                </a:highlight>
              </a:rPr>
              <a:t>Code:  </a:t>
            </a:r>
            <a:endParaRPr lang="en-IN" b="1" dirty="0">
              <a:highlight>
                <a:srgbClr val="FF000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4527EA-AC5F-4B28-8E21-A895308A8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960120"/>
            <a:ext cx="5266943" cy="57698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8D0DC8-E396-A4F0-F897-574E10176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960120"/>
            <a:ext cx="5669280" cy="5769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6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E9A661-72D3-9465-9F7D-1E2EBCC48F27}"/>
              </a:ext>
            </a:extLst>
          </p:cNvPr>
          <p:cNvSpPr txBox="1"/>
          <p:nvPr/>
        </p:nvSpPr>
        <p:spPr>
          <a:xfrm>
            <a:off x="3046034" y="968477"/>
            <a:ext cx="882936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MatrixMind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implements Matrix Chain Multiplication optimization using Dynamic Programming.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calculates the minimum number of scalar multiplications required for a given sequence of matrices.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optimal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parenthesization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displays the results through a Java Swing graphical user interface.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displays the DP cost table, split table, algorithm analysis, and complexity details.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the optimized multiplication cost with the naïve left-to-right multiplication cost to show the cost savings.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Test Results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Dimensions: 10 30 5 60 20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multiplication cost: 8,500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multiplication cost: 16,500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saved: 8,000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improvement: 48.48%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parenthesization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((A1 × A2) × (A3 × A4))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C25C-56B4-D2DF-B3C2-0606F673C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824" y="164592"/>
            <a:ext cx="9332976" cy="694944"/>
          </a:xfrm>
        </p:spPr>
        <p:txBody>
          <a:bodyPr/>
          <a:lstStyle/>
          <a:p>
            <a:r>
              <a:rPr lang="en-US" b="1" dirty="0"/>
              <a:t>OUTPUT: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AB80A-92E9-E5D5-1187-8CC63C5A2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859536"/>
            <a:ext cx="11744960" cy="583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59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8000" y="865988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1E7E5-435C-D83B-BC9B-45C5B63EFD5F}"/>
              </a:ext>
            </a:extLst>
          </p:cNvPr>
          <p:cNvSpPr txBox="1"/>
          <p:nvPr/>
        </p:nvSpPr>
        <p:spPr>
          <a:xfrm>
            <a:off x="2959510" y="983226"/>
            <a:ext cx="899651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1. 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 / Windows 11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Development: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Swing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Programming (Matrix Chain Multiplication)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or any Java-compatible IDE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Development Kit (JDK):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JDK 25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Compiler 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Environment: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Runtime Environment (JRE)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highlight>
                  <a:srgbClr val="808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2. Hardware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i3 or higher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4 GB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500 MB of free disk space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 monitor or laptop display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C598E-1752-C63E-E73E-454A52B684A8}"/>
              </a:ext>
            </a:extLst>
          </p:cNvPr>
          <p:cNvSpPr txBox="1"/>
          <p:nvPr/>
        </p:nvSpPr>
        <p:spPr>
          <a:xfrm>
            <a:off x="3047999" y="1127127"/>
            <a:ext cx="6096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MatrixMind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implements Matrix Chain Multiplication optimization using Dynamic Programming.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optimal multiplication order and minimizes the number of scalar multiplications required.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provides a user-friendly Java Swing interface to display the optimal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parenthesization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DP cost table, split table, and algorithm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compares optimized and naïve multiplication costs to show the savings achieved.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application of Dynamic Programming in algorithm optimization, with a time complexity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space complexity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AACD8-D9E7-68A0-44C0-B8FB1B2D8241}"/>
              </a:ext>
            </a:extLst>
          </p:cNvPr>
          <p:cNvSpPr txBox="1"/>
          <p:nvPr/>
        </p:nvSpPr>
        <p:spPr>
          <a:xfrm>
            <a:off x="2751512" y="1479817"/>
            <a:ext cx="859339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Larger Inputs: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application to handle longer matrix chains efficiently.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Visualization: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step-by-step visualization of the Dynamic Programming process.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Dynamic Programming with other approaches using different input sizes.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Interface: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the interface with interactive charts and clearer result visualization.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Results: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users to save or export the cost tables and optimization results.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Algorithms: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application to demonstrate other Dynamic Programming algorithms.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1023</Words>
  <Application>Microsoft Office PowerPoint</Application>
  <PresentationFormat>Widescreen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       Data Structures and Algorithms -3 (25CS2103E)  Matrix Chain Multiplication Optimization Using Dynamic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Code:  </vt:lpstr>
      <vt:lpstr>PowerPoint Presentation</vt:lpstr>
      <vt:lpstr>OUTPUT: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Varshitha Uppalapati</cp:lastModifiedBy>
  <cp:revision>22</cp:revision>
  <dcterms:created xsi:type="dcterms:W3CDTF">2024-08-29T05:25:00Z</dcterms:created>
  <dcterms:modified xsi:type="dcterms:W3CDTF">2026-10-12T05:05:47Z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